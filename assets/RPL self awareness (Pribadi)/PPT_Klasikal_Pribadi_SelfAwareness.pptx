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1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8120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6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6264A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F96167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3291840"/>
            <a:ext cx="3657600" cy="3657600"/>
          </a:xfrm>
          <a:prstGeom prst="ellipse">
            <a:avLst/>
          </a:prstGeom>
          <a:solidFill>
            <a:srgbClr val="F9E795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BIMBINGAN KLASIKAL — BIDANG PRIBADI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Mengenal Diri Sendiri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(Self Awareness)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22960" y="3703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Kunci Memahami Kekuatan dan Kelemahan Diri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4434840"/>
            <a:ext cx="128016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617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Genap • Tahun Ajaran 2025/2026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LAYANAN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6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yang Ingin Kita Capai Hari Ini?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12080" cy="1051560"/>
          </a:xfrm>
          <a:prstGeom prst="roundRect">
            <a:avLst>
              <a:gd name="adj" fmla="val 8696"/>
            </a:avLst>
          </a:prstGeom>
          <a:solidFill>
            <a:srgbClr val="FFF3EF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61972"/>
            <a:ext cx="585216" cy="5852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619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196596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Menjelaskan pengertian dan pentingnya self awareness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5212080" cy="1051560"/>
          </a:xfrm>
          <a:prstGeom prst="roundRect">
            <a:avLst>
              <a:gd name="adj" fmla="val 8696"/>
            </a:avLst>
          </a:prstGeom>
          <a:solidFill>
            <a:srgbClr val="FFF3EF"/>
          </a:solidFill>
          <a:ln/>
        </p:spPr>
      </p:sp>
      <p:sp>
        <p:nvSpPr>
          <p:cNvPr id="9" name="Shape 7"/>
          <p:cNvSpPr/>
          <p:nvPr/>
        </p:nvSpPr>
        <p:spPr>
          <a:xfrm>
            <a:off x="6446520" y="2061972"/>
            <a:ext cx="585216" cy="5852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20619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223760" y="196596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Menganalisis kekuatan, kelemahan, emosi, dan nilai diri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200400"/>
            <a:ext cx="5212080" cy="1051560"/>
          </a:xfrm>
          <a:prstGeom prst="roundRect">
            <a:avLst>
              <a:gd name="adj" fmla="val 8696"/>
            </a:avLst>
          </a:prstGeom>
          <a:solidFill>
            <a:srgbClr val="FFF3EF"/>
          </a:solidFill>
          <a:ln/>
        </p:spPr>
      </p:sp>
      <p:sp>
        <p:nvSpPr>
          <p:cNvPr id="13" name="Shape 11"/>
          <p:cNvSpPr/>
          <p:nvPr/>
        </p:nvSpPr>
        <p:spPr>
          <a:xfrm>
            <a:off x="868680" y="3433572"/>
            <a:ext cx="585216" cy="5852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4335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45920" y="333756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Menyadari pentingnya memahami diri sendiri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7920" y="3200400"/>
            <a:ext cx="5212080" cy="1051560"/>
          </a:xfrm>
          <a:prstGeom prst="roundRect">
            <a:avLst>
              <a:gd name="adj" fmla="val 8696"/>
            </a:avLst>
          </a:prstGeom>
          <a:solidFill>
            <a:srgbClr val="FFF3EF"/>
          </a:solidFill>
          <a:ln/>
        </p:spPr>
      </p:sp>
      <p:sp>
        <p:nvSpPr>
          <p:cNvPr id="17" name="Shape 15"/>
          <p:cNvSpPr/>
          <p:nvPr/>
        </p:nvSpPr>
        <p:spPr>
          <a:xfrm>
            <a:off x="6446520" y="3433572"/>
            <a:ext cx="585216" cy="5852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34335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223760" y="333756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Menyusun peta diri (self-mapping) sederhana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412480" y="6473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Bimbingan Klasikal • Pribadi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626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ITU</a:t>
            </a:r>
            <a:endParaRPr lang="en-US" sz="2800" dirty="0"/>
          </a:p>
          <a:p>
            <a:pPr marL="0" indent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</a:t>
            </a:r>
            <a:endParaRPr lang="en-US" sz="2800" dirty="0"/>
          </a:p>
          <a:p>
            <a:pPr marL="0" indent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AWARENESS?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-1097280" y="-1097280"/>
            <a:ext cx="3200400" cy="32004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029200" y="82296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Kemampuan mengenali dan memahami emosi, pikiran, kekuatan, kelemahan, nilai, serta motivasi dalam diri secara jujur dan objektif.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0" y="2514600"/>
            <a:ext cx="5943600" cy="0"/>
          </a:xfrm>
          <a:prstGeom prst="line">
            <a:avLst/>
          </a:prstGeom>
          <a:noFill/>
          <a:ln w="12700">
            <a:solidFill>
              <a:srgbClr val="5A5A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0" y="2788920"/>
            <a:ext cx="6583680" cy="1463040"/>
          </a:xfrm>
          <a:prstGeom prst="roundRect">
            <a:avLst>
              <a:gd name="adj" fmla="val 5000"/>
            </a:avLst>
          </a:prstGeom>
          <a:solidFill>
            <a:srgbClr val="31315C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0" y="292608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Goleman (2007)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0" y="324612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E4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“Kesadaran diri merupakan dasar dari kecerdasan emosional, membantu mengelola emosi dan mengambil keputusan.”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0" y="4480560"/>
            <a:ext cx="6583680" cy="1463040"/>
          </a:xfrm>
          <a:prstGeom prst="roundRect">
            <a:avLst>
              <a:gd name="adj" fmla="val 5000"/>
            </a:avLst>
          </a:prstGeom>
          <a:solidFill>
            <a:srgbClr val="31315C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0" y="461772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Aspek Utama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0" y="4937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E4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Kesadaran emosi, kekuatan &amp; kelemahan, nilai-nilai diri, serta tujuan dan cita-cita hidup.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412480" y="6473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9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Bimbingan Klasikal • Pribadi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MEMAHAMI DIRI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6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Empat Aspek Self Awareness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212080" cy="1920240"/>
          </a:xfrm>
          <a:prstGeom prst="roundRect">
            <a:avLst>
              <a:gd name="adj" fmla="val 4762"/>
            </a:avLst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783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Kesadaran Emosi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23317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3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Mengenali perasaan yang sedang dialami dan penyebabnya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508760"/>
            <a:ext cx="5212080" cy="1920240"/>
          </a:xfrm>
          <a:prstGeom prst="roundRect">
            <a:avLst>
              <a:gd name="adj" fmla="val 4762"/>
            </a:avLst>
          </a:prstGeom>
          <a:solidFill>
            <a:srgbClr val="2F3C7E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783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Kekuatan &amp; Kelemahan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37960" y="23317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3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Memahami hal yang dikuasai dan yang perlu dikembangkan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703320"/>
            <a:ext cx="5212080" cy="1920240"/>
          </a:xfrm>
          <a:prstGeom prst="roundRect">
            <a:avLst>
              <a:gd name="adj" fmla="val 4762"/>
            </a:avLst>
          </a:prstGeom>
          <a:solidFill>
            <a:srgbClr val="D97757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977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Nilai-Nilai Diri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60120" y="45262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3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Prinsip atau hal penting yang dipegang teguh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7920" y="3703320"/>
            <a:ext cx="5212080" cy="1920240"/>
          </a:xfrm>
          <a:prstGeom prst="roundRect">
            <a:avLst>
              <a:gd name="adj" fmla="val 4762"/>
            </a:avLst>
          </a:prstGeom>
          <a:solidFill>
            <a:srgbClr val="2F3C7E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3977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&amp; Cita-Cita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37960" y="45262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3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Arah yang ingin dicapai dalam hidup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412480" y="6473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Bimbingan Klasikal • Pribadi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MANFAAT &amp; STRATEGI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6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Manfaat dan Cara Meningkatkan Self Awareness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12080" cy="4023360"/>
          </a:xfrm>
          <a:prstGeom prst="roundRect">
            <a:avLst>
              <a:gd name="adj" fmla="val 2727"/>
            </a:avLst>
          </a:prstGeom>
          <a:solidFill>
            <a:srgbClr val="2F3C7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488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MANFAAT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Mengambil keputusan lebih tepat sesuai potensi diri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321868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Membantu mengelola emosi &amp; mengurangi konflik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400" y="378561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Meningkatkan rasa percaya diri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14400" y="435254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Menjadi dasar mengembangkan diri &amp; merencanakan masa depan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09360" y="1874520"/>
            <a:ext cx="5212080" cy="4023360"/>
          </a:xfrm>
          <a:prstGeom prst="roundRect">
            <a:avLst>
              <a:gd name="adj" fmla="val 2727"/>
            </a:avLst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1488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MENINGKATKAN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26517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Membiasakan menulis jurnal refleksi harian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583680" y="321868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Menerima umpan balik (feedback) secara terbuka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83680" y="378561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Meluangkan waktu merenung &amp; evaluasi diri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583680" y="435254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Melatih kesadaran penuh (mindfulness)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412480" y="6473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Bimbingan Klasikal • Pribadi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AKTIVITAS HARI INI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6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Yuk, Kenali Dirimu Lebih Dalam!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017520" y="2377440"/>
            <a:ext cx="457200" cy="0"/>
          </a:xfrm>
          <a:prstGeom prst="line">
            <a:avLst/>
          </a:prstGeom>
          <a:noFill/>
          <a:ln w="25400">
            <a:solidFill>
              <a:srgbClr val="D9B9B0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640080" y="1965960"/>
            <a:ext cx="2468880" cy="3291840"/>
          </a:xfrm>
          <a:prstGeom prst="roundRect">
            <a:avLst>
              <a:gd name="adj" fmla="val 3704"/>
            </a:avLst>
          </a:prstGeom>
          <a:solidFill>
            <a:srgbClr val="FFF3EF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08760" y="2240280"/>
            <a:ext cx="731520" cy="7315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1508760" y="2240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3154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Curah Pendapat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74904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2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Berbagi pengalaman tentang mengenali diri sendiri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779008" y="2377440"/>
            <a:ext cx="457200" cy="0"/>
          </a:xfrm>
          <a:prstGeom prst="line">
            <a:avLst/>
          </a:prstGeom>
          <a:noFill/>
          <a:ln w="25400">
            <a:solidFill>
              <a:srgbClr val="D9B9B0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3401568" y="1965960"/>
            <a:ext cx="2468880" cy="3291840"/>
          </a:xfrm>
          <a:prstGeom prst="roundRect">
            <a:avLst>
              <a:gd name="adj" fmla="val 3704"/>
            </a:avLst>
          </a:prstGeom>
          <a:solidFill>
            <a:srgbClr val="FFF3EF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70248" y="2240280"/>
            <a:ext cx="731520" cy="7315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4270248" y="2240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538728" y="3154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Jurnal “Siapa Aku?”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84448" y="374904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2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Refleksi singkat secara individu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540496" y="2377440"/>
            <a:ext cx="457200" cy="0"/>
          </a:xfrm>
          <a:prstGeom prst="line">
            <a:avLst/>
          </a:prstGeom>
          <a:noFill/>
          <a:ln w="25400">
            <a:solidFill>
              <a:srgbClr val="D9B9B0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6163056" y="1965960"/>
            <a:ext cx="2468880" cy="3291840"/>
          </a:xfrm>
          <a:prstGeom prst="roundRect">
            <a:avLst>
              <a:gd name="adj" fmla="val 3704"/>
            </a:avLst>
          </a:prstGeom>
          <a:solidFill>
            <a:srgbClr val="FFF3EF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31736" y="2240280"/>
            <a:ext cx="731520" cy="7315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/>
          <p:nvPr/>
        </p:nvSpPr>
        <p:spPr>
          <a:xfrm>
            <a:off x="7031736" y="2240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300216" y="3154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LKPD Peta Diriku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45936" y="374904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2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Mengisi lembar kerja bersama kelompok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924544" y="1965960"/>
            <a:ext cx="2468880" cy="3291840"/>
          </a:xfrm>
          <a:prstGeom prst="roundRect">
            <a:avLst>
              <a:gd name="adj" fmla="val 3704"/>
            </a:avLst>
          </a:prstGeom>
          <a:solidFill>
            <a:srgbClr val="FFF3EF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793224" y="2240280"/>
            <a:ext cx="731520" cy="7315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4" name="Text 22"/>
          <p:cNvSpPr/>
          <p:nvPr/>
        </p:nvSpPr>
        <p:spPr>
          <a:xfrm>
            <a:off x="9793224" y="2240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9061704" y="3154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Berbagi Hasil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107424" y="374904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2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Perwakilan membagikan hasil refleksinya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412480" y="6473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Bimbingan Klasikal • Pribadi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626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F96167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144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1188720" y="2011680"/>
            <a:ext cx="9784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27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Mengenal diri sendiri adalah langkah pertama</a:t>
            </a:r>
            <a:endParaRPr lang="en-US" sz="2700" dirty="0"/>
          </a:p>
          <a:p>
            <a:pPr marL="0" indent="0">
              <a:lnSpc>
                <a:spcPts val="3600"/>
              </a:lnSpc>
              <a:buNone/>
            </a:pPr>
            <a:r>
              <a:rPr lang="en-US" sz="27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menuju perkembangan diri yang lebih baik.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188720" y="4206240"/>
            <a:ext cx="1280160" cy="54864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4434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 — mari terus mengenal dan mengembangkan diri kita.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0" y="6473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9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Bimbingan Klasikal • Pribadi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362</Words>
  <Application>Microsoft Office PowerPoint</Application>
  <PresentationFormat>Layar Lebar</PresentationFormat>
  <Paragraphs>82</Paragraphs>
  <Slides>7</Slides>
  <Notes>7</Notes>
  <HiddenSlides>0</HiddenSlides>
  <MMClips>0</MMClips>
  <ScaleCrop>false</ScaleCrop>
  <HeadingPairs>
    <vt:vector size="6" baseType="variant">
      <vt:variant>
        <vt:lpstr>Font Dipakai</vt:lpstr>
      </vt:variant>
      <vt:variant>
        <vt:i4>3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LIA FAZRIAWATI</cp:lastModifiedBy>
  <cp:revision>1</cp:revision>
  <dcterms:created xsi:type="dcterms:W3CDTF">2026-08-23T06:26:31Z</dcterms:created>
  <dcterms:modified xsi:type="dcterms:W3CDTF">2026-08-27T00:01:30Z</dcterms:modified>
</cp:coreProperties>
</file>