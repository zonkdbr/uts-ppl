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-10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9361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626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291840"/>
            <a:ext cx="3657600" cy="3657600"/>
          </a:xfrm>
          <a:prstGeom prst="ellipse">
            <a:avLst/>
          </a:prstGeom>
          <a:solidFill>
            <a:srgbClr val="F9E795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— BIDANG PRIBADI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686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Membangun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Kepercayaan Diri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(Self-Confidence) dalam Kehidupan Sehari-hari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128016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Genap • Tahun Ajaran 2025/2026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LAYANAN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Ingin Kita Capai Hari Ini?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FF3E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6197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619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pengertian dan ciri-ciri kepercayaan diri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FF3EF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06197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0619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19659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faktor penyebab rendahnya rasa percaya diri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FF3EF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43357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335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3375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Meyakini bahwa percaya diri dapat dilatih dan ditingkatkan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2004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FF3E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43357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4335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3760" y="33375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langkah konkret untuk lebih percaya diri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Pribadi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KEPERCAYAAN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8229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Keyakinan seseorang terhadap segala aspek kelebihan yang dimilikinya, sehingga ia merasa mampu mencapai berbagai tujuan hidupnya.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2514600"/>
            <a:ext cx="5943600" cy="0"/>
          </a:xfrm>
          <a:prstGeom prst="line">
            <a:avLst/>
          </a:prstGeom>
          <a:noFill/>
          <a:ln w="12700">
            <a:solidFill>
              <a:srgbClr val="5A5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2788920"/>
            <a:ext cx="6583680" cy="1463040"/>
          </a:xfrm>
          <a:prstGeom prst="roundRect">
            <a:avLst>
              <a:gd name="adj" fmla="val 5000"/>
            </a:avLst>
          </a:prstGeom>
          <a:solidFill>
            <a:srgbClr val="31315C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29260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Lauster (2012)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32461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“…individu tidak terlalu cemas dalam bertindak, bebas melakukan hal sesuai keinginan, dan bertanggung jawab atas perbuatannya.”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0" y="4480560"/>
            <a:ext cx="6583680" cy="1463040"/>
          </a:xfrm>
          <a:prstGeom prst="roundRect">
            <a:avLst>
              <a:gd name="adj" fmla="val 5000"/>
            </a:avLst>
          </a:prstGeom>
          <a:solidFill>
            <a:srgbClr val="31315C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4617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Hakim (2002)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4937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“Rasa percaya diri tidak muncul begitu saja, melainkan terbentuk melalui proses belajar sejak usia dini.”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Pribadi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DIRI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Ciri-Ciri Individu yang Percaya Diri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FF3E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438912" cy="43891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 terhadap kemampuan diri sendiri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DF7EC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779776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79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67004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Berani mengambil keputusan &amp; bertanggung jawab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3511296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FF3EF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621024"/>
            <a:ext cx="438912" cy="43891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mudah terpengaruh pendapat orang lain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4352544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DF7EC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462272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62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352544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Mampu menerima kritik sebagai bahan evaluasi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193792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FF3EF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5303520"/>
            <a:ext cx="438912" cy="43891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303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193792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Berani tampil dan berpendapat di depan umum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Pribadi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PENYEBAB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Faktor yang Memengaruhi Kepercayaan Diri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INTERNAL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diri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2186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diri (self-esteem)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7856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fisik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43525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 hidup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9194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Pikiran negatif (negative self-talk)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187452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EKSTERNAL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6517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asuh keluarga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32186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Lingkungan pergaulan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37856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 keberhasilan di sekolah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43525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 kegagalan di sekolah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0" y="49194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Tekanan sosial/teman sebaya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Pribadi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PRAKTIS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Meningkatkan Kepercayaan Diri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29968" cy="3566160"/>
          </a:xfrm>
          <a:prstGeom prst="roundRect">
            <a:avLst>
              <a:gd name="adj" fmla="val 4505"/>
            </a:avLst>
          </a:prstGeom>
          <a:solidFill>
            <a:srgbClr val="31315C"/>
          </a:solidFill>
          <a:ln/>
        </p:spPr>
      </p:sp>
      <p:sp>
        <p:nvSpPr>
          <p:cNvPr id="5" name="Shape 3"/>
          <p:cNvSpPr/>
          <p:nvPr/>
        </p:nvSpPr>
        <p:spPr>
          <a:xfrm>
            <a:off x="1335024" y="22860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33502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Kenali Diri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kelebihan &amp; kekurangan diri secara realistis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16352" y="1965960"/>
            <a:ext cx="2029968" cy="3566160"/>
          </a:xfrm>
          <a:prstGeom prst="roundRect">
            <a:avLst>
              <a:gd name="adj" fmla="val 4505"/>
            </a:avLst>
          </a:prstGeom>
          <a:solidFill>
            <a:srgbClr val="F96167"/>
          </a:solidFill>
          <a:ln/>
        </p:spPr>
      </p:sp>
      <p:sp>
        <p:nvSpPr>
          <p:cNvPr id="10" name="Shape 8"/>
          <p:cNvSpPr/>
          <p:nvPr/>
        </p:nvSpPr>
        <p:spPr>
          <a:xfrm>
            <a:off x="3511296" y="2286000"/>
            <a:ext cx="640080" cy="640080"/>
          </a:xfrm>
          <a:prstGeom prst="ellipse">
            <a:avLst/>
          </a:prstGeom>
          <a:solidFill>
            <a:srgbClr val="26264A"/>
          </a:solidFill>
          <a:ln/>
        </p:spPr>
      </p:sp>
      <p:sp>
        <p:nvSpPr>
          <p:cNvPr id="11" name="Text 9"/>
          <p:cNvSpPr/>
          <p:nvPr/>
        </p:nvSpPr>
        <p:spPr>
          <a:xfrm>
            <a:off x="351129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53512" y="31089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Pikiran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99232" y="365760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Ganti pikiran negatif dengan afirmasi positif (positive self-talk)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92624" y="1965960"/>
            <a:ext cx="2029968" cy="3566160"/>
          </a:xfrm>
          <a:prstGeom prst="roundRect">
            <a:avLst>
              <a:gd name="adj" fmla="val 4505"/>
            </a:avLst>
          </a:prstGeom>
          <a:solidFill>
            <a:srgbClr val="31315C"/>
          </a:solidFill>
          <a:ln/>
        </p:spPr>
      </p:sp>
      <p:sp>
        <p:nvSpPr>
          <p:cNvPr id="15" name="Shape 13"/>
          <p:cNvSpPr/>
          <p:nvPr/>
        </p:nvSpPr>
        <p:spPr>
          <a:xfrm>
            <a:off x="5687568" y="22860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568756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29784" y="31089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Kecil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75504" y="365760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target kecil yang realistis, rayakan pencapaian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68896" y="1965960"/>
            <a:ext cx="2029968" cy="3566160"/>
          </a:xfrm>
          <a:prstGeom prst="roundRect">
            <a:avLst>
              <a:gd name="adj" fmla="val 4505"/>
            </a:avLst>
          </a:prstGeom>
          <a:solidFill>
            <a:srgbClr val="F96167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0" y="2286000"/>
            <a:ext cx="640080" cy="640080"/>
          </a:xfrm>
          <a:prstGeom prst="ellipse">
            <a:avLst/>
          </a:prstGeom>
          <a:solidFill>
            <a:srgbClr val="26264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06056" y="31089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Tampil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51776" y="365760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Berlatih berbicara &amp; tampil di depan umum secara bertahap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345168" y="1965960"/>
            <a:ext cx="2029968" cy="3566160"/>
          </a:xfrm>
          <a:prstGeom prst="roundRect">
            <a:avLst>
              <a:gd name="adj" fmla="val 4505"/>
            </a:avLst>
          </a:prstGeom>
          <a:solidFill>
            <a:srgbClr val="3131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40112" y="22860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10040112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482328" y="31089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Lingkungan Suportif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528048" y="365760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Bergaul dengan orang-orang yang saling menguatkan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Pribadi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HARI INI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Yuk, Praktikkan Bersama!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017520" y="2377440"/>
            <a:ext cx="457200" cy="0"/>
          </a:xfrm>
          <a:prstGeom prst="line">
            <a:avLst/>
          </a:prstGeom>
          <a:noFill/>
          <a:ln w="25400">
            <a:solidFill>
              <a:srgbClr val="D9B9B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3E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24028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Curah Pendapat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Berbagi pengalaman tentang rasa percaya diri / tidak percaya diri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79008" y="2377440"/>
            <a:ext cx="457200" cy="0"/>
          </a:xfrm>
          <a:prstGeom prst="line">
            <a:avLst/>
          </a:prstGeom>
          <a:noFill/>
          <a:ln w="25400">
            <a:solidFill>
              <a:srgbClr val="D9B9B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401568" y="19659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3E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224028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270248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38728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“Aku Bangga”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84448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siswa menyebutkan satu kelebihan dirinya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40496" y="2377440"/>
            <a:ext cx="457200" cy="0"/>
          </a:xfrm>
          <a:prstGeom prst="line">
            <a:avLst/>
          </a:prstGeom>
          <a:noFill/>
          <a:ln w="25400">
            <a:solidFill>
              <a:srgbClr val="D9B9B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163056" y="19659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3E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31736" y="224028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7031736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00216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LKPD Kelompok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45936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Mengisi Lembar Kerja “Aku dan Kepercayaan Diriku”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24544" y="19659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3E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93224" y="224028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9793224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061704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07424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Perwakilan kelompok membagikan hasil diskusi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Pribadi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F9616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188720" y="2011680"/>
            <a:ext cx="9784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Percaya diri bukan tentang menjadi sempurna,</a:t>
            </a:r>
            <a:endParaRPr lang="en-US" sz="27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tetapi tentang menerima diri dan terus berusaha berkembang.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88720" y="4206240"/>
            <a:ext cx="1280160" cy="54864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— mari terus melatih kepercayaan diri kita mulai hari ini.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Pribadi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</Words>
  <Application>Microsoft Office PowerPoint</Application>
  <PresentationFormat>Layar Lebar</PresentationFormat>
  <Paragraphs>106</Paragraphs>
  <Slides>8</Slides>
  <Notes>8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LIA FAZRIAWATI</cp:lastModifiedBy>
  <cp:revision>1</cp:revision>
  <dcterms:created xsi:type="dcterms:W3CDTF">2026-08-12T08:04:31Z</dcterms:created>
  <dcterms:modified xsi:type="dcterms:W3CDTF">2026-08-29T14:52:56Z</dcterms:modified>
</cp:coreProperties>
</file>