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93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3E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291840"/>
            <a:ext cx="3657600" cy="3657600"/>
          </a:xfrm>
          <a:prstGeom prst="ellipse">
            <a:avLst/>
          </a:prstGeom>
          <a:solidFill>
            <a:srgbClr val="F2A65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— BIDANG KARIR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Menghadapi Seleksi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Masuk Perguruan Tinggi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F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jalur seleksi &amp; menyusun strategi persiapan diri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1280160" cy="54864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9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Genap • Tahun Ajaran 2025/2026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LAYANAN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Ingin Kita Capai Hari Ini?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6197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619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jalur seleksi masuk PT (SNBP/SNBT/Mandiri)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AF3F7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206197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0619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23760" y="19659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kelebihan &amp; persyaratan tiap jalur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AF3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43357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335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3375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Meyakini pentingnya persiapan diri yang matang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20040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AF3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43357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4335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23760" y="33375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rencana strategi persiapan seleksi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Karir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KENALI PILIHANMU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Jalur Seleksi Masuk Perguruan Tinggi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9584" cy="4297680"/>
          </a:xfrm>
          <a:prstGeom prst="roundRect">
            <a:avLst>
              <a:gd name="adj" fmla="val 259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SNBP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Seleksi Nasional Berdasarkan Prestasi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2980944" cy="0"/>
          </a:xfrm>
          <a:prstGeom prst="line">
            <a:avLst/>
          </a:prstGeom>
          <a:noFill/>
          <a:ln w="12700">
            <a:solidFill>
              <a:srgbClr val="4A7A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74720"/>
            <a:ext cx="29809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Berdasarkan nilai rapor &amp; prestasi akademik/non-akademik, tanpa tes tertulis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70832" y="1600200"/>
            <a:ext cx="3529584" cy="4297680"/>
          </a:xfrm>
          <a:prstGeom prst="roundRect">
            <a:avLst>
              <a:gd name="adj" fmla="val 2591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645152" y="19202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SNBT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45152" y="25146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Seleksi Nasional Berdasarkan 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45152" y="3291840"/>
            <a:ext cx="2980944" cy="0"/>
          </a:xfrm>
          <a:prstGeom prst="line">
            <a:avLst/>
          </a:prstGeom>
          <a:noFill/>
          <a:ln w="12700">
            <a:solidFill>
              <a:srgbClr val="4A7A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3474720"/>
            <a:ext cx="29809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Melalui Ujian Tulis Berbasis Komputer (UTBK): kemampuan skolastik &amp; literasi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529584" cy="4297680"/>
          </a:xfrm>
          <a:prstGeom prst="roundRect">
            <a:avLst>
              <a:gd name="adj" fmla="val 2591"/>
            </a:avLst>
          </a:prstGeom>
          <a:solidFill>
            <a:srgbClr val="0D4C6B"/>
          </a:solidFill>
          <a:ln/>
        </p:spPr>
      </p:sp>
      <p:sp>
        <p:nvSpPr>
          <p:cNvPr id="15" name="Text 13"/>
          <p:cNvSpPr/>
          <p:nvPr/>
        </p:nvSpPr>
        <p:spPr>
          <a:xfrm>
            <a:off x="8375904" y="19202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MANDIRI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75904" y="25146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Seleksi Mandiri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75904" y="3291840"/>
            <a:ext cx="2980944" cy="0"/>
          </a:xfrm>
          <a:prstGeom prst="line">
            <a:avLst/>
          </a:prstGeom>
          <a:noFill/>
          <a:ln w="12700">
            <a:solidFill>
              <a:srgbClr val="4A7A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5904" y="3474720"/>
            <a:ext cx="29809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Diselenggarakan sendiri oleh masing-masing perguruan tinggi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Karir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PRAKTIS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Umum Mempersiapkan Diri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29968" cy="3566160"/>
          </a:xfrm>
          <a:prstGeom prst="roundRect">
            <a:avLst>
              <a:gd name="adj" fmla="val 4505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335024" y="228600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1335024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Konsisten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terjadwal, tidak hanya menjelang seleksi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16352" y="1965960"/>
            <a:ext cx="2029968" cy="3566160"/>
          </a:xfrm>
          <a:prstGeom prst="roundRect">
            <a:avLst>
              <a:gd name="adj" fmla="val 4505"/>
            </a:avLst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3511296" y="228600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1" name="Text 9"/>
          <p:cNvSpPr/>
          <p:nvPr/>
        </p:nvSpPr>
        <p:spPr>
          <a:xfrm>
            <a:off x="3511296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53512" y="31089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Soal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99232" y="365760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 mengerjakan try out untuk mengukur kemampuan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92624" y="1965960"/>
            <a:ext cx="2029968" cy="3566160"/>
          </a:xfrm>
          <a:prstGeom prst="roundRect">
            <a:avLst>
              <a:gd name="adj" fmla="val 4505"/>
            </a:avLst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5687568" y="228600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6" name="Text 14"/>
          <p:cNvSpPr/>
          <p:nvPr/>
        </p:nvSpPr>
        <p:spPr>
          <a:xfrm>
            <a:off x="568756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129784" y="31089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Waktu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75504" y="365760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Menyeimbangkan waktu belajar dan istirahat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68896" y="1965960"/>
            <a:ext cx="2029968" cy="3566160"/>
          </a:xfrm>
          <a:prstGeom prst="roundRect">
            <a:avLst>
              <a:gd name="adj" fmla="val 4505"/>
            </a:avLst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0" y="228600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06056" y="31089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Riset Prodi &amp; PT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51776" y="365760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Mencari informasi program studi dan PT tujuan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345168" y="1965960"/>
            <a:ext cx="2029968" cy="3566160"/>
          </a:xfrm>
          <a:prstGeom prst="roundRect">
            <a:avLst>
              <a:gd name="adj" fmla="val 4505"/>
            </a:avLst>
          </a:prstGeom>
          <a:solidFill>
            <a:srgbClr val="065A8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40112" y="2286000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6" name="Text 24"/>
          <p:cNvSpPr/>
          <p:nvPr/>
        </p:nvSpPr>
        <p:spPr>
          <a:xfrm>
            <a:off x="10040112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482328" y="31089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Dokumen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528048" y="365760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dokumen pendaftaran sejak awal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Karir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 KESEIMBANGAN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Manajemen Stres Menjelang Seleksi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713232"/>
          </a:xfrm>
          <a:prstGeom prst="roundRect">
            <a:avLst>
              <a:gd name="adj" fmla="val 11538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9397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9784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Menjaga kesehatan fisik dengan istirahat cukup dan pola makan teratur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881360" cy="713232"/>
          </a:xfrm>
          <a:prstGeom prst="roundRect">
            <a:avLst>
              <a:gd name="adj" fmla="val 11538"/>
            </a:avLst>
          </a:prstGeom>
          <a:solidFill>
            <a:srgbClr val="FDF2E4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008376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2880360"/>
            <a:ext cx="9784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relaksasi sederhana seperti menarik napas dalam saat cemas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10881360" cy="713232"/>
          </a:xfrm>
          <a:prstGeom prst="roundRect">
            <a:avLst>
              <a:gd name="adj" fmla="val 11538"/>
            </a:avLst>
          </a:prstGeom>
          <a:solidFill>
            <a:srgbClr val="EAF3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92277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794760"/>
            <a:ext cx="9784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Berbicara dengan orang tua, Guru BK, atau teman terdekat bila merasa tertekan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10881360" cy="713232"/>
          </a:xfrm>
          <a:prstGeom prst="roundRect">
            <a:avLst>
              <a:gd name="adj" fmla="val 11538"/>
            </a:avLst>
          </a:prstGeom>
          <a:solidFill>
            <a:srgbClr val="FDF2E4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837176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709160"/>
            <a:ext cx="9784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Menanamkan pola pikir positif dan fokus pada usaha, bukan hanya hasil akhir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Karir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HARI INI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Yuk, Susun Strategi Suksesmu!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017520" y="2377440"/>
            <a:ext cx="457200" cy="0"/>
          </a:xfrm>
          <a:prstGeom prst="line">
            <a:avLst/>
          </a:prstGeom>
          <a:noFill/>
          <a:ln w="25400">
            <a:solidFill>
              <a:srgbClr val="B9D3D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EAF3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2402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Berbagi rencana dan kekhawatiran menghadapi seleksi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79008" y="2377440"/>
            <a:ext cx="457200" cy="0"/>
          </a:xfrm>
          <a:prstGeom prst="line">
            <a:avLst/>
          </a:prstGeom>
          <a:noFill/>
          <a:ln w="25400">
            <a:solidFill>
              <a:srgbClr val="B9D3DD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401568" y="19659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EAF3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22402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270248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38728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Kelompok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84448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Membahas tips efektif persiapan seleksi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40496" y="2377440"/>
            <a:ext cx="457200" cy="0"/>
          </a:xfrm>
          <a:prstGeom prst="line">
            <a:avLst/>
          </a:prstGeom>
          <a:noFill/>
          <a:ln w="25400">
            <a:solidFill>
              <a:srgbClr val="B9D3D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163056" y="19659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EAF3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31736" y="22402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7031736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00216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LKPD Strategi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45936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“Strategi Suksesku Menuju PT”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24544" y="196596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EAF3F7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93224" y="22402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9793224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061704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Presentasi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07424" y="3749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1C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Membagikan rencana strategi secara singkat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Karir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188720" y="2011680"/>
            <a:ext cx="9784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Persiapan yang matang hari ini</a:t>
            </a:r>
            <a:endParaRPr lang="en-US" sz="26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menentukan langkahmu menuju kampus impian.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88720" y="4206240"/>
            <a:ext cx="1280160" cy="54864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— semangat mempersiapkan masa depanmu!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Karir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</Words>
  <Application>Microsoft Office PowerPoint</Application>
  <PresentationFormat>Layar Lebar</PresentationFormat>
  <Paragraphs>90</Paragraphs>
  <Slides>7</Slides>
  <Notes>7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LIA FAZRIAWATI</cp:lastModifiedBy>
  <cp:revision>1</cp:revision>
  <dcterms:created xsi:type="dcterms:W3CDTF">2026-08-23T06:26:32Z</dcterms:created>
  <dcterms:modified xsi:type="dcterms:W3CDTF">2026-08-27T00:00:09Z</dcterms:modified>
</cp:coreProperties>
</file>