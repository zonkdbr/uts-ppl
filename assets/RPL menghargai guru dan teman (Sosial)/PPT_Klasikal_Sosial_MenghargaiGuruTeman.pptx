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060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1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C2185B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291840"/>
            <a:ext cx="3657600" cy="3657600"/>
          </a:xfrm>
          <a:prstGeom prst="ellipse">
            <a:avLst/>
          </a:prstGeom>
          <a:solidFill>
            <a:srgbClr val="FFD166">
              <a:alpha val="13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— BIDANG SOSIAL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Menghargai Guru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Teman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5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sikap saling menghargai di lingkungan sekolah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128016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Genap • Tahun Ajaran 2025/2026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LAYANAN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Ingin Kita Capai Hari Ini?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6EB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61972"/>
            <a:ext cx="585216" cy="585216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619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bentuk sikap menghargai guru &amp; teman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6EBFA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061972"/>
            <a:ext cx="585216" cy="585216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619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19659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manfaat sikap saling menghargai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6E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433572"/>
            <a:ext cx="585216" cy="585216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335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3375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Meyakini pentingnya menghargai sebagai sikap sosial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6EB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433572"/>
            <a:ext cx="585216" cy="585216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4335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33375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Mempraktikkan sikap menghargai sehari-hari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3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Sosial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ARAH SIKAP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Bentuk-Bentuk Sikap Menghargai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8E44A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MENGHARGAI GURU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Bersikap sopan santun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2186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Mendengarkan saat guru menjelaskan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7856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Menaati aturan dan arahan guru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3525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Mengucapkan salam dan terima kasih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C2185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MENGHARGAI TEMAN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6517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Bersikap toleran terhadap perbedaan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0" y="32186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merundung (bullying) atau mengejek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37856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Mendengarkan pendapat teman saat diskusi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43525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Bekerja sama dan saling membantu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3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Sosial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PENTING?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Manfaat Sikap Saling Menghargai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9584" cy="3108960"/>
          </a:xfrm>
          <a:prstGeom prst="roundRect">
            <a:avLst>
              <a:gd name="adj" fmla="val 2941"/>
            </a:avLst>
          </a:prstGeom>
          <a:solidFill>
            <a:srgbClr val="45195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502920" cy="8229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Lingkungan Nyaman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980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Menciptakan suasana belajar yang nyaman bagi semua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0832" y="1920240"/>
            <a:ext cx="3529584" cy="3108960"/>
          </a:xfrm>
          <a:prstGeom prst="roundRect">
            <a:avLst>
              <a:gd name="adj" fmla="val 2941"/>
            </a:avLst>
          </a:prstGeom>
          <a:solidFill>
            <a:srgbClr val="45195A"/>
          </a:solidFill>
          <a:ln/>
        </p:spPr>
      </p:sp>
      <p:sp>
        <p:nvSpPr>
          <p:cNvPr id="9" name="Shape 7"/>
          <p:cNvSpPr/>
          <p:nvPr/>
        </p:nvSpPr>
        <p:spPr>
          <a:xfrm>
            <a:off x="4645152" y="2240280"/>
            <a:ext cx="502920" cy="8229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24231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Hubungan Harmonis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45152" y="3017520"/>
            <a:ext cx="2980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hubungan yang baik dengan guru dan teman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1920240"/>
            <a:ext cx="3529584" cy="3108960"/>
          </a:xfrm>
          <a:prstGeom prst="roundRect">
            <a:avLst>
              <a:gd name="adj" fmla="val 2941"/>
            </a:avLst>
          </a:prstGeom>
          <a:solidFill>
            <a:srgbClr val="45195A"/>
          </a:solidFill>
          <a:ln/>
        </p:spPr>
      </p:sp>
      <p:sp>
        <p:nvSpPr>
          <p:cNvPr id="13" name="Shape 11"/>
          <p:cNvSpPr/>
          <p:nvPr/>
        </p:nvSpPr>
        <p:spPr>
          <a:xfrm>
            <a:off x="8375904" y="2240280"/>
            <a:ext cx="502920" cy="8229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8375904" y="24231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Terhindar Konflik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75904" y="3017520"/>
            <a:ext cx="2980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Mencegah konflik dan tindakan perundungan (bullying)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F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F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Sosial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MENUMBUHKAN SIKAP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Menumbuhkan Sikap Menghargai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8E44AD"/>
          </a:solidFill>
          <a:ln/>
        </p:spPr>
      </p:sp>
      <p:sp>
        <p:nvSpPr>
          <p:cNvPr id="5" name="Shape 3"/>
          <p:cNvSpPr/>
          <p:nvPr/>
        </p:nvSpPr>
        <p:spPr>
          <a:xfrm>
            <a:off x="2039112" y="2377440"/>
            <a:ext cx="731520" cy="7315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2039112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2980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Membayangkan diri berada di posisi orang lain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201168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C2185B"/>
          </a:solidFill>
          <a:ln/>
        </p:spPr>
      </p:sp>
      <p:sp>
        <p:nvSpPr>
          <p:cNvPr id="10" name="Shape 8"/>
          <p:cNvSpPr/>
          <p:nvPr/>
        </p:nvSpPr>
        <p:spPr>
          <a:xfrm>
            <a:off x="5769864" y="2377440"/>
            <a:ext cx="731520" cy="7315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1" name="Text 9"/>
          <p:cNvSpPr/>
          <p:nvPr/>
        </p:nvSpPr>
        <p:spPr>
          <a:xfrm>
            <a:off x="5769864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53712" y="3337560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Santun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3931920"/>
            <a:ext cx="2980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Membiasakan berbicara dengan sopan dan baik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201168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8E44AD"/>
          </a:solidFill>
          <a:ln/>
        </p:spPr>
      </p:sp>
      <p:sp>
        <p:nvSpPr>
          <p:cNvPr id="15" name="Shape 13"/>
          <p:cNvSpPr/>
          <p:nvPr/>
        </p:nvSpPr>
        <p:spPr>
          <a:xfrm>
            <a:off x="9500616" y="2377440"/>
            <a:ext cx="731520" cy="7315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9500616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84464" y="3337560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Introspeksi Diri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75904" y="3931920"/>
            <a:ext cx="2980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sikap yang telah ditunjukkan pada orang lain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3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Sosial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HARI INI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Yuk, Praktikkan Sikap Menghargai!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017520" y="2377440"/>
            <a:ext cx="457200" cy="0"/>
          </a:xfrm>
          <a:prstGeom prst="line">
            <a:avLst/>
          </a:prstGeom>
          <a:noFill/>
          <a:ln w="25400">
            <a:solidFill>
              <a:srgbClr val="E0C3E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6EBFA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240280"/>
            <a:ext cx="731520" cy="73152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Memperagakan skenario menghargai guru &amp; teman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79008" y="2377440"/>
            <a:ext cx="457200" cy="0"/>
          </a:xfrm>
          <a:prstGeom prst="line">
            <a:avLst/>
          </a:prstGeom>
          <a:noFill/>
          <a:ln w="25400">
            <a:solidFill>
              <a:srgbClr val="E0C3E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01568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6EBFA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2240280"/>
            <a:ext cx="731520" cy="73152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3" name="Text 11"/>
          <p:cNvSpPr/>
          <p:nvPr/>
        </p:nvSpPr>
        <p:spPr>
          <a:xfrm>
            <a:off x="4270248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38728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Refleksi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84448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Membahas makna dari roleplay yang ditampilkan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40496" y="2377440"/>
            <a:ext cx="457200" cy="0"/>
          </a:xfrm>
          <a:prstGeom prst="line">
            <a:avLst/>
          </a:prstGeom>
          <a:noFill/>
          <a:ln w="25400">
            <a:solidFill>
              <a:srgbClr val="E0C3E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163056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6EBFA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31736" y="2240280"/>
            <a:ext cx="731520" cy="73152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9" name="Text 17"/>
          <p:cNvSpPr/>
          <p:nvPr/>
        </p:nvSpPr>
        <p:spPr>
          <a:xfrm>
            <a:off x="7031736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00216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LKPD Aksi Menghargai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45936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Mengisi lembar kerja bersama kelompok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24544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6EBFA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93224" y="2240280"/>
            <a:ext cx="731520" cy="73152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4" name="Text 22"/>
          <p:cNvSpPr/>
          <p:nvPr/>
        </p:nvSpPr>
        <p:spPr>
          <a:xfrm>
            <a:off x="9793224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061704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Kelas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107424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Menyepakati “Aturan Kelas Saling Menghargai”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3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Sosial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C2185B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188720" y="2011680"/>
            <a:ext cx="978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Menghargai orang lain adalah cara sederhana</a:t>
            </a:r>
            <a:endParaRPr lang="en-US" sz="25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untuk menciptakan lingkungan yang penuh kebaikan.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188720" y="4206240"/>
            <a:ext cx="128016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F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mari saling menghargai mulai hari ini.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F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F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Sosial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Office PowerPoint</Application>
  <PresentationFormat>Layar Lebar</PresentationFormat>
  <Paragraphs>83</Paragraphs>
  <Slides>7</Slides>
  <Notes>7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LIA FAZRIAWATI</cp:lastModifiedBy>
  <cp:revision>1</cp:revision>
  <dcterms:created xsi:type="dcterms:W3CDTF">2026-08-23T06:26:32Z</dcterms:created>
  <dcterms:modified xsi:type="dcterms:W3CDTF">2026-08-27T00:03:10Z</dcterms:modified>
</cp:coreProperties>
</file>