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60120"/>
            <a:ext cx="2743200" cy="2743200"/>
          </a:xfrm>
          <a:prstGeom prst="ellipse">
            <a:avLst/>
          </a:prstGeom>
          <a:solidFill>
            <a:srgbClr val="E3F4F6"/>
          </a:solidFill>
          <a:ln w="508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960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BANGKIT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KELAS 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Bangkit Lebih Kuat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Resiliensi Menghadapi Tantangan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Negeri 1 Cisarua • Semester Genap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Layanan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pengertian dan pentingnya resiliensi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842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kesulitan yang pernah dihadapi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kekuatan diri dan sumber dukungan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009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cara berpikir realistis dengan model ABC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593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rencana bangkit “jika–maka”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Resiliensi?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Bangkit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pulih setelah jatuh, kecewa, atau gagal.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Beradaptasi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Menyesuaikan diri saat keadaan tidak sesuai harapan.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Bertumbuh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kesulitan. Resiliensi bisa dilatih!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ABC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94460"/>
            <a:ext cx="411480" cy="41148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944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280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Kejadian sulit: nilai ulangan rendah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25980"/>
            <a:ext cx="411480" cy="41148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25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Pikiran otomatis: “Aku pasti gagal terus”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3F4F6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857500"/>
            <a:ext cx="411480" cy="41148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575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743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Akibat: sedih dan malas belajar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89020"/>
            <a:ext cx="411480" cy="411480"/>
          </a:xfrm>
          <a:prstGeom prst="ellipse">
            <a:avLst/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890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Pikiran alternatif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“Aku bisa belajar dari bagian yang salah”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Kekuatanmu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0B6E7F"/>
          </a:solidFill>
          <a:ln w="12700">
            <a:solidFill>
              <a:srgbClr val="0B6E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“Resiliensi bukan berarti tidak pernah jatuh, tetapi berani bangkit dan meminta bantuan.”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menopangmu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diri: sifat, kemampuan, hal yang kamu syukuri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Dukungan: keluarga, sahabat, guru, Guru BK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bangkit: jika … maka aku akan …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6E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Mengerjakan LKPD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Ceritaku: kesulitan yang pernah kuhadapi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menit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dan Dukunganku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menit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cara berpikir dengan ABC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Bangkitku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Mengerjakan LKPD secara individu • 25 menit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6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Langkah Kecil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tidak harus kuat sendirian. Bangkit satu langkah kecil pada satu waktu, dan mintalah bantuan saat membutuhkan.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Mengakui perasaan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dukungan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Melangkah lagi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Bangkit Lebih Kuat</dc:title>
  <dc:subject>PptxGenJS Presentation</dc:subject>
  <dc:creator>Fahira Firzha Wianda, S.Pd</dc:creator>
  <cp:lastModifiedBy>Fahira Firzha Wianda, S.Pd</cp:lastModifiedBy>
  <cp:revision>1</cp:revision>
  <dcterms:created xsi:type="dcterms:W3CDTF">2026-10-07T07:01:57Z</dcterms:created>
  <dcterms:modified xsi:type="dcterms:W3CDTF">2026-10-07T07:01:57Z</dcterms:modified>
</cp:coreProperties>
</file>