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960120"/>
            <a:ext cx="2743200" cy="2743200"/>
          </a:xfrm>
          <a:prstGeom prst="ellipse">
            <a:avLst/>
          </a:prstGeom>
          <a:solidFill>
            <a:srgbClr val="E8EBF7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126480" y="96012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JUJUR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BIMBINGAN KLASIKAL • KELAS X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Jujur Itu Keren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6032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8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Pentingnya Kejujuran Akademik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97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 Negeri 1 Cisarua • Semester Genap 2026/2027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Tujuan Layanan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258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pengertian dan nilai dasar kejujuran akademik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984248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8424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Mengenali bentuk ketidakjujuran akademik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64261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642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642616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Menganalisis penyebab dan dampaknya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300984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30098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Menentukan alternatif tindakan jujur saat tertekan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95935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95935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komitmen kejujuran akademik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Itu Kejujuran Akademik?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E8EBF7"/>
          </a:solidFill>
          <a:ln w="12700">
            <a:solidFill>
              <a:srgbClr val="E8EB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Karya sendiri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546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dan ulangan mencerminkan pemahaman dan usahamu.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146304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E8EBF7"/>
          </a:solidFill>
          <a:ln w="12700">
            <a:solidFill>
              <a:srgbClr val="E8EB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66160" y="1691640"/>
            <a:ext cx="548640" cy="54864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61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3774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Hargai sumber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1546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Menyebutkan sumber saat memakai ide atau karya orang lain.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E8EBF7"/>
          </a:solidFill>
          <a:ln w="12700">
            <a:solidFill>
              <a:srgbClr val="E8EB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1691640"/>
            <a:ext cx="548640" cy="54864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23774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Berani jujur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1546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 memilih jujur meski ada tekanan dan godaan.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Enam Nilai Dasar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8046720" cy="472440"/>
          </a:xfrm>
          <a:prstGeom prst="roundRect">
            <a:avLst>
              <a:gd name="adj" fmla="val 19355"/>
            </a:avLst>
          </a:prstGeom>
          <a:solidFill>
            <a:srgbClr val="E8EBF7"/>
          </a:solidFill>
          <a:ln w="12700">
            <a:solidFill>
              <a:srgbClr val="E8EB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1064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10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280160"/>
            <a:ext cx="219456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Kejujuran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1280160"/>
            <a:ext cx="493776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Mengerjakan apa adanya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844040"/>
            <a:ext cx="8046720" cy="47244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E8EB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87452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1844040"/>
            <a:ext cx="219456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Kepercayaan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1844040"/>
            <a:ext cx="493776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Menjaga kepercayaan guru dan teman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407920"/>
            <a:ext cx="8046720" cy="472440"/>
          </a:xfrm>
          <a:prstGeom prst="roundRect">
            <a:avLst>
              <a:gd name="adj" fmla="val 19355"/>
            </a:avLst>
          </a:prstGeom>
          <a:solidFill>
            <a:srgbClr val="E8EBF7"/>
          </a:solidFill>
          <a:ln w="12700">
            <a:solidFill>
              <a:srgbClr val="E8EB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43840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438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407920"/>
            <a:ext cx="219456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Keadilan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2407920"/>
            <a:ext cx="493776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Kesempatan yang sama bagi semua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2971800"/>
            <a:ext cx="8046720" cy="47244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E8EB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00228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002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2971800"/>
            <a:ext cx="219456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Rasa hormat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2971800"/>
            <a:ext cx="493776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Menghargai usaha dan karya orang lain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3535680"/>
            <a:ext cx="8046720" cy="472440"/>
          </a:xfrm>
          <a:prstGeom prst="roundRect">
            <a:avLst>
              <a:gd name="adj" fmla="val 19355"/>
            </a:avLst>
          </a:prstGeom>
          <a:solidFill>
            <a:srgbClr val="E8EBF7"/>
          </a:solidFill>
          <a:ln w="12700">
            <a:solidFill>
              <a:srgbClr val="E8EB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356616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3535680"/>
            <a:ext cx="219456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Tanggung jawab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474720" y="3535680"/>
            <a:ext cx="493776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Menanggung pilihan dan hasil sendiri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099560"/>
            <a:ext cx="8046720" cy="47244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E8EB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413004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413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280160" y="4099560"/>
            <a:ext cx="219456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Keberanian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3474720" y="4099560"/>
            <a:ext cx="493776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Memilih jujur meski digoda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Dilema Rafi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114800" cy="3108960"/>
          </a:xfrm>
          <a:prstGeom prst="roundRect">
            <a:avLst>
              <a:gd name="adj" fmla="val 35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“Tenang, nggak bakal ketahuan. Semua juga begitu.”  Besok ada ulangan, Rafi belum sempat belajar, dan Dika menawarkan jawaban.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1371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pilihan Rafi?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029200" y="192024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Menerima tawaran Dika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Menolak dan mengerjakan sebisanya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Jujur kepada guru dan meminta ulangan susulan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Dampaknya bagi dirinya, temannya, dan sekolah?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Saatnya Mengerjakan LKPD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874520" cy="246888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menit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974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pilihan Rafi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06040" y="1554480"/>
            <a:ext cx="1874520" cy="246888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7889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menit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6974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Kenali bentuk ketidakjujuran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554480"/>
            <a:ext cx="1874520" cy="246888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8463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menit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6974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alternatif jujur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20840" y="1554480"/>
            <a:ext cx="1874520" cy="246888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9037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menit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26974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Tulis komitmenku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Mengerjakan LKPD secara individu • 25 menit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Jujur Itu Keren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8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yang diperoleh dengan jujur lebih berharga karena mencerminkan usahamu yang sebenarnya.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2468880" cy="731520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3832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Jujur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1840" y="3383280"/>
            <a:ext cx="2468880" cy="731520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33832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Bertanggung jawab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35040" y="3383280"/>
            <a:ext cx="2468880" cy="731520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0" y="33832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Berani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Jujur Itu Keren</dc:title>
  <dc:subject>PptxGenJS Presentation</dc:subject>
  <dc:creator>Fahira Firzha Wianda, S.Pd</dc:creator>
  <cp:lastModifiedBy>Fahira Firzha Wianda, S.Pd</cp:lastModifiedBy>
  <cp:revision>1</cp:revision>
  <dcterms:created xsi:type="dcterms:W3CDTF">2026-10-07T07:01:57Z</dcterms:created>
  <dcterms:modified xsi:type="dcterms:W3CDTF">2026-10-07T07:01:57Z</dcterms:modified>
</cp:coreProperties>
</file>