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960120"/>
            <a:ext cx="2743200" cy="2743200"/>
          </a:xfrm>
          <a:prstGeom prst="ellipse">
            <a:avLst/>
          </a:prstGeom>
          <a:solidFill>
            <a:srgbClr val="E8F3E8"/>
          </a:solidFill>
          <a:ln w="50800">
            <a:solidFill>
              <a:srgbClr val="F29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126480" y="96012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BIMBINGAN KLASIKAL • KELAS X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 Masa Depan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Target SMART Semester Genap dengan Pilar Cageur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Negeri 1 Cisarua • Semester Genap 2026/2027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Layanan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258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Menggambarkan visi masa depan dalam 1–2 kalimat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84248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84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8424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“pengen jadi…” dan “sedang mempersiapkan diri…”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42616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4261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target semester genap dengan kriteria SMART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30098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hambatan dan sumber dukungan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95935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Menetapkan kebiasaan Cageur dan komitmen langkah kecil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Mimpi ke Langkah Nyata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8F3E8"/>
          </a:solidFill>
          <a:ln w="12700">
            <a:solidFill>
              <a:srgbClr val="E8F3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 masa depan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dirimu 5–10 tahun lagi: jadi siapa dan melakukan apa.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8F3E8"/>
          </a:solidFill>
          <a:ln w="12700">
            <a:solidFill>
              <a:srgbClr val="E8F3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691640"/>
            <a:ext cx="548640" cy="5486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“Pengen jadi…”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Keinginan yang belum disertai tindakan nyata.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8F3E8"/>
          </a:solidFill>
          <a:ln w="12700">
            <a:solidFill>
              <a:srgbClr val="E8F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691640"/>
            <a:ext cx="548640" cy="54864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377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“Sedang mempersiapkan…”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Keinginan yang diwujudkan lewat langkah kecil setiap hari.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SMART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8046720" cy="585216"/>
          </a:xfrm>
          <a:prstGeom prst="roundRect">
            <a:avLst>
              <a:gd name="adj" fmla="val 15625"/>
            </a:avLst>
          </a:prstGeom>
          <a:solidFill>
            <a:srgbClr val="E8F3E8"/>
          </a:solidFill>
          <a:ln w="12700">
            <a:solidFill>
              <a:srgbClr val="E8F3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67028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3670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280160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280160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 dan tidak umum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56816"/>
            <a:ext cx="804672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8F3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43684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0436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1956816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956816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angka atau bukti kemajuan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633472"/>
            <a:ext cx="8046720" cy="585216"/>
          </a:xfrm>
          <a:prstGeom prst="roundRect">
            <a:avLst>
              <a:gd name="adj" fmla="val 15625"/>
            </a:avLst>
          </a:prstGeom>
          <a:solidFill>
            <a:srgbClr val="E8F3E8"/>
          </a:solidFill>
          <a:ln w="12700">
            <a:solidFill>
              <a:srgbClr val="E8F3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720340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7203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63347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633472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Menantang, tetapi dapat dicapai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310128"/>
            <a:ext cx="8046720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E8F3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396996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3969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310128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474720" y="3310128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Sejalan dengan cita-citamu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986784"/>
            <a:ext cx="8046720" cy="585216"/>
          </a:xfrm>
          <a:prstGeom prst="roundRect">
            <a:avLst>
              <a:gd name="adj" fmla="val 15625"/>
            </a:avLst>
          </a:prstGeom>
          <a:solidFill>
            <a:srgbClr val="E8F3E8"/>
          </a:solidFill>
          <a:ln w="12700">
            <a:solidFill>
              <a:srgbClr val="E8F3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4073652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0736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3986784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Time-bound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986784"/>
            <a:ext cx="4937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Punya batas waktu yang jelas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dan Pilar Cageur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114800" cy="3108960"/>
          </a:xfrm>
          <a:prstGeom prst="roundRect">
            <a:avLst>
              <a:gd name="adj" fmla="val 3529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“Karena ingin menjadi guru, aku akan menaikkan nilai Bahasa Indonesia dari 75 menjadi minimal 85 saat penilaian akhir semester, dengan latihan soal 30 menit, 4 kali seminggu.”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Fondasi Cageur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Jasmani: tidur cukup, makan teratur, bergerak rutin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Rohani/emosi: berdoa, kelola stres, bercerita pada orang tepercaya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Dukungan: orang tua, guru, Guru BK, dan teman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Saatnya Mengerjakan LKPD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menit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 6 Pertanyaan Pemantik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060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889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menit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6974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visi dan target SMART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463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menit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6974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Tetapkan kebiasaan Cageur dan dukungan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20840" y="155448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9037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9037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menit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269748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share dan presentasi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Mengerjakan LKPD secara individu • 25 menit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5F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Langkah Kecil Hari Ini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8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depan yang lebih baik dimulai dari langkah kecil yang konsisten.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2468880" cy="73152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383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Sehat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3383280"/>
            <a:ext cx="2468880" cy="73152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3383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Berilmu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35040" y="3383280"/>
            <a:ext cx="2468880" cy="73152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3383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Berdaya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 Masa Depan</dc:title>
  <dc:subject>PptxGenJS Presentation</dc:subject>
  <dc:creator>Fahira Firzha Wianda, S.Pd</dc:creator>
  <cp:lastModifiedBy>Fahira Firzha Wianda, S.Pd</cp:lastModifiedBy>
  <cp:revision>1</cp:revision>
  <dcterms:created xsi:type="dcterms:W3CDTF">2026-10-07T07:01:57Z</dcterms:created>
  <dcterms:modified xsi:type="dcterms:W3CDTF">2026-10-07T07:01:57Z</dcterms:modified>
</cp:coreProperties>
</file>