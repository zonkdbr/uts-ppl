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C8C7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114800"/>
            <a:ext cx="4572000" cy="4572000"/>
          </a:xfrm>
          <a:prstGeom prst="ellipse">
            <a:avLst/>
          </a:prstGeom>
          <a:solidFill>
            <a:srgbClr val="E8964B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DAN KONSELING  •  BIDANG PRIBADI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Penyesuaian Diri di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Lingkungan Sekolah Baru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Percaya Diri Menyambut Awal yang Baru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280160" cy="54864"/>
          </a:xfrm>
          <a:prstGeom prst="rect">
            <a:avLst/>
          </a:prstGeom>
          <a:solidFill>
            <a:srgbClr val="E896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Dasar  |  Fungsi: Pemahaman dan Pengembangan  |  1 x 45 menit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4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Penyesuaian Diri?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1371600" cy="137160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663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846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orang pernah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mengalami masa transisi.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73152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adalah proses individu dalam mengatur dan mengubah pola pikir, sikap, serta perilaku agar dapat merespons secara tepat terhadap tuntutan lingkungan baru.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260604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834640"/>
            <a:ext cx="457200" cy="45720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77840" y="2697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Proses, bukan instan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waktu dan latihan, wajar jika terasa canggung di awal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70332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3931920"/>
            <a:ext cx="457200" cy="45720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77840" y="3794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Melibatkan sikap terbuka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mengenal hal baru: teman, aturan, dan kebiasaan sekolah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48006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5029200"/>
            <a:ext cx="457200" cy="45720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77840" y="4892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Menciptakan keselarasan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5212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 diri sendiri dengan tuntutan lingkungan yang baru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di Lingkungan Sekolah Baru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Tantangan di Lingkungan Sekolah Baru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5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399032" y="2057400"/>
            <a:ext cx="914400" cy="914400"/>
          </a:xfrm>
          <a:prstGeom prst="ellipse">
            <a:avLst/>
          </a:prstGeom>
          <a:solidFill>
            <a:srgbClr val="1C8C7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9032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Belum Mengenal Siapa Pun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Teman, guru, dan warga sekolah masih terasa asing.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5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215384" y="2057400"/>
            <a:ext cx="914400" cy="914400"/>
          </a:xfrm>
          <a:prstGeom prst="ellipse">
            <a:avLst/>
          </a:prstGeom>
          <a:solidFill>
            <a:srgbClr val="0E4B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15384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31546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yang Berbeda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97764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pembelajaran dan tata tertib berbeda dari sekolah lama.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5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031736" y="2057400"/>
            <a:ext cx="914400" cy="91440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31736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31546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Cemas dan Minder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97764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Takut tidak diterima atau sulit berbaur dengan lingkungan baru.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7696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5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848088" y="2057400"/>
            <a:ext cx="914400" cy="914400"/>
          </a:xfrm>
          <a:prstGeom prst="ellipse">
            <a:avLst/>
          </a:prstGeom>
          <a:solidFill>
            <a:srgbClr val="6B8E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48088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31546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Lingkungan Fisik Baru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97764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hafal ruang kelas, kantin, atau fasilitas sekolah.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di Lingkungan Sekolah Baru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yang Memengaruhi Penyesuaian Diri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109728" cy="1737360"/>
          </a:xfrm>
          <a:prstGeom prst="rect">
            <a:avLst/>
          </a:prstGeom>
          <a:solidFill>
            <a:srgbClr val="E89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Internal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1031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 diri, keterampilan sosial, dan sikap terbuka terhadap hal-hal baru yang dimiliki peserta didik itu sendiri.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86200"/>
            <a:ext cx="109728" cy="1737360"/>
          </a:xfrm>
          <a:prstGeom prst="rect">
            <a:avLst/>
          </a:prstGeom>
          <a:solidFill>
            <a:srgbClr val="1C8C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Eksternal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4069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keluarga, sikap teman sebaya, serta iklim dan budaya sekolah yang ramah terhadap siswa baru.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di Lingkungan Sekolah Baru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Penyesuaian Diri yang Efektif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8C7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Bersikap terbuka dan aktif berkenalan dengan teman baru.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0E4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328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Mempelajari dan memahami tata tertib serta budaya sekolah baru.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C8C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01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kegiatan sekolah (ekstrakurikuler, organisasi) untuk memperluas pertemanan.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0E4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70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bertanya dan meminta bantuan kepada guru, wali kelas, atau Guru BK jika mengalami kesulitan.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1C8C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389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rasa percaya diri dan berpikir positif terhadap perubahan yang dihadapi.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di Lingkungan Sekolah Baru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4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Penyesuaian Diri yang Baik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185E5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Nyaman Belajar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066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Merasa lebih nyaman dan betah dalam mengikuti kegiatan belajar.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185E5A"/>
          </a:solidFill>
          <a:ln/>
        </p:spPr>
      </p:sp>
      <p:sp>
        <p:nvSpPr>
          <p:cNvPr id="10" name="Shape 8"/>
          <p:cNvSpPr/>
          <p:nvPr/>
        </p:nvSpPr>
        <p:spPr>
          <a:xfrm>
            <a:off x="3685032" y="2103120"/>
            <a:ext cx="640080" cy="64008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8503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9718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yang Sehat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703320"/>
            <a:ext cx="2066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relasi sosial yang sehat dengan teman dan warga sekolah.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185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1384" y="2103120"/>
            <a:ext cx="640080" cy="64008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9718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Percaya Diri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703320"/>
            <a:ext cx="2066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rasa percaya diri dan motivasi belajar.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7696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185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9317736" y="2103120"/>
            <a:ext cx="640080" cy="64008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1773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9718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Prestasi Meningkat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703320"/>
            <a:ext cx="2066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pencapaian prestasi akademik maupun non-akademik.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di Lingkungan Sekolah Baru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9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Awal Baru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Adalah Kesempatan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Wajar jika awalnya terasa canggung. Beri dirimu waktu, beranilah menyapa lebih dulu, dan ingat — semua orang di sekitarmu pun pernah menjadi 'anak baru'.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9601200" cy="1280160"/>
          </a:xfrm>
          <a:prstGeom prst="roundRect">
            <a:avLst>
              <a:gd name="adj" fmla="val 7143"/>
            </a:avLst>
          </a:prstGeom>
          <a:solidFill>
            <a:srgbClr val="C97A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48463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"Aku memberi diriku waktu untuk beradaptasi, dan aku percaya aku bisa merasa betah di sini."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Diri di Lingkungan Sekolah Baru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Beraksi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D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lanjutkan dengan diskusi kelompok dan pengerjaan LKPD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85E5A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063240"/>
            <a:ext cx="548640" cy="54864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Simak dan diskusikan kasus siswa yang baru pindah sekolah bersama kelompokmu.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85E5A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3063240"/>
            <a:ext cx="548640" cy="54864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LKPD Aku Siap Beradaptasi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lembar kerja "Aku Siap Beradaptasi" secara individu/kelompok.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85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3063240"/>
            <a:ext cx="548640" cy="548640"/>
          </a:xfrm>
          <a:prstGeom prst="ellipse">
            <a:avLst/>
          </a:prstGeom>
          <a:solidFill>
            <a:srgbClr val="E896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Surat Komitmen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rencana dan komitmenmu untuk beradaptasi di sekolah baru.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Semoga kamu semakin percaya diri di lingkungan sekolah barumu.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2026-09-24T02:15:26Z</dcterms:created>
  <dcterms:modified xsi:type="dcterms:W3CDTF">2026-09-24T02:15:26Z</dcterms:modified>
</cp:coreProperties>
</file>